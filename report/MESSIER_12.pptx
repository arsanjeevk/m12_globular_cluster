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6" r:id="rId4"/>
    <p:sldMasterId id="2147483747" r:id="rId5"/>
    <p:sldMasterId id="21474837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Afacad Flux Medium"/>
      <p:regular r:id="rId18"/>
      <p:bold r:id="rId19"/>
    </p:embeddedFont>
    <p:embeddedFont>
      <p:font typeface="DM Sans Medium"/>
      <p:regular r:id="rId20"/>
      <p:bold r:id="rId21"/>
      <p:italic r:id="rId22"/>
      <p:boldItalic r:id="rId23"/>
    </p:embeddedFont>
    <p:embeddedFont>
      <p:font typeface="Caveat"/>
      <p:regular r:id="rId24"/>
      <p:bold r:id="rId25"/>
    </p:embeddedFont>
    <p:embeddedFont>
      <p:font typeface="Afacad Flux"/>
      <p:regular r:id="rId26"/>
      <p:bold r:id="rId27"/>
    </p:embeddedFont>
    <p:embeddedFont>
      <p:font typeface="DM Sans Light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  <p:embeddedFont>
      <p:font typeface="Afacad Flux SemiBold"/>
      <p:regular r:id="rId36"/>
      <p:bold r:id="rId37"/>
    </p:embeddedFont>
    <p:embeddedFont>
      <p:font typeface="Forum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Caveat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AfacadFlux-regular.fntdata"/><Relationship Id="rId25" Type="http://schemas.openxmlformats.org/officeDocument/2006/relationships/font" Target="fonts/Caveat-bold.fntdata"/><Relationship Id="rId28" Type="http://schemas.openxmlformats.org/officeDocument/2006/relationships/font" Target="fonts/DMSansLight-regular.fntdata"/><Relationship Id="rId27" Type="http://schemas.openxmlformats.org/officeDocument/2006/relationships/font" Target="fonts/AfacadFlux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DMSans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Light-boldItalic.fntdata"/><Relationship Id="rId30" Type="http://schemas.openxmlformats.org/officeDocument/2006/relationships/font" Target="fonts/DMSansLight-italic.fntdata"/><Relationship Id="rId11" Type="http://schemas.openxmlformats.org/officeDocument/2006/relationships/slide" Target="slides/slide4.xml"/><Relationship Id="rId33" Type="http://schemas.openxmlformats.org/officeDocument/2006/relationships/font" Target="fonts/DMSans-bold.fntdata"/><Relationship Id="rId10" Type="http://schemas.openxmlformats.org/officeDocument/2006/relationships/slide" Target="slides/slide3.xml"/><Relationship Id="rId32" Type="http://schemas.openxmlformats.org/officeDocument/2006/relationships/font" Target="fonts/DMSans-regular.fntdata"/><Relationship Id="rId13" Type="http://schemas.openxmlformats.org/officeDocument/2006/relationships/slide" Target="slides/slide6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5.xml"/><Relationship Id="rId34" Type="http://schemas.openxmlformats.org/officeDocument/2006/relationships/font" Target="fonts/DMSans-italic.fntdata"/><Relationship Id="rId15" Type="http://schemas.openxmlformats.org/officeDocument/2006/relationships/slide" Target="slides/slide8.xml"/><Relationship Id="rId37" Type="http://schemas.openxmlformats.org/officeDocument/2006/relationships/font" Target="fonts/AfacadFluxSemiBold-bold.fntdata"/><Relationship Id="rId14" Type="http://schemas.openxmlformats.org/officeDocument/2006/relationships/slide" Target="slides/slide7.xml"/><Relationship Id="rId36" Type="http://schemas.openxmlformats.org/officeDocument/2006/relationships/font" Target="fonts/AfacadFluxSemiBold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Forum-regular.fntdata"/><Relationship Id="rId19" Type="http://schemas.openxmlformats.org/officeDocument/2006/relationships/font" Target="fonts/AfacadFluxMedium-bold.fntdata"/><Relationship Id="rId18" Type="http://schemas.openxmlformats.org/officeDocument/2006/relationships/font" Target="fonts/AfacadFlux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e23a18028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e23a18028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e23a18028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e23a18028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e23a18028a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e23a18028a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e23a18028a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e23a18028a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e23a18028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e23a18028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e23a18028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e23a18028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e23a18028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e23a18028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e23a18028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e23a18028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23a18028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e23a18028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e23a18028a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e23a18028a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dular display - Alt 1">
  <p:cSld name="BLANK_1_1_1_1_2_4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77525" y="3104450"/>
            <a:ext cx="3235800" cy="3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557200" y="151685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557200" y="2131638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557200" y="2746425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5" type="subTitle"/>
          </p:nvPr>
        </p:nvSpPr>
        <p:spPr>
          <a:xfrm>
            <a:off x="557200" y="3361213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6" type="subTitle"/>
          </p:nvPr>
        </p:nvSpPr>
        <p:spPr>
          <a:xfrm>
            <a:off x="557200" y="397600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3" name="Google Shape;63;p14"/>
          <p:cNvSpPr/>
          <p:nvPr>
            <p:ph idx="7" type="pic"/>
          </p:nvPr>
        </p:nvSpPr>
        <p:spPr>
          <a:xfrm>
            <a:off x="5309675" y="1115175"/>
            <a:ext cx="3575400" cy="1783200"/>
          </a:xfrm>
          <a:prstGeom prst="roundRect">
            <a:avLst>
              <a:gd fmla="val 1091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1_1_2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24852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subTitle"/>
          </p:nvPr>
        </p:nvSpPr>
        <p:spPr>
          <a:xfrm>
            <a:off x="3232200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subTitle"/>
          </p:nvPr>
        </p:nvSpPr>
        <p:spPr>
          <a:xfrm>
            <a:off x="621587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BLANK_1_1_1_1_2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1" name="Google Shape;71;p16"/>
          <p:cNvSpPr/>
          <p:nvPr>
            <p:ph idx="2" type="pic"/>
          </p:nvPr>
        </p:nvSpPr>
        <p:spPr>
          <a:xfrm>
            <a:off x="3354313" y="1302575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3466363" y="2904025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3" type="body"/>
          </p:nvPr>
        </p:nvSpPr>
        <p:spPr>
          <a:xfrm>
            <a:off x="3466375" y="3345698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4" type="pic"/>
          </p:nvPr>
        </p:nvSpPr>
        <p:spPr>
          <a:xfrm>
            <a:off x="4374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5" type="subTitle"/>
          </p:nvPr>
        </p:nvSpPr>
        <p:spPr>
          <a:xfrm>
            <a:off x="5494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6" type="body"/>
          </p:nvPr>
        </p:nvSpPr>
        <p:spPr>
          <a:xfrm>
            <a:off x="5494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77" name="Google Shape;77;p16"/>
          <p:cNvSpPr/>
          <p:nvPr>
            <p:ph idx="7" type="pic"/>
          </p:nvPr>
        </p:nvSpPr>
        <p:spPr>
          <a:xfrm>
            <a:off x="62712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 txBox="1"/>
          <p:nvPr>
            <p:ph idx="8" type="subTitle"/>
          </p:nvPr>
        </p:nvSpPr>
        <p:spPr>
          <a:xfrm>
            <a:off x="63832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9" type="body"/>
          </p:nvPr>
        </p:nvSpPr>
        <p:spPr>
          <a:xfrm>
            <a:off x="63832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ainers">
  <p:cSld name="BLANK_1_1_1_1_2_1_1">
    <p:bg>
      <p:bgPr>
        <a:solidFill>
          <a:schemeClr val="accent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2" name="Google Shape;82;p17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dk2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subTitle"/>
          </p:nvPr>
        </p:nvSpPr>
        <p:spPr>
          <a:xfrm>
            <a:off x="230838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1_1_1_1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228600" y="2063500"/>
            <a:ext cx="8333100" cy="265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2" type="title"/>
          </p:nvPr>
        </p:nvSpPr>
        <p:spPr>
          <a:xfrm>
            <a:off x="7673150" y="394400"/>
            <a:ext cx="11937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1">
  <p:cSld name="BLANK_1_1_1_1_1_1_2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 rot="-5400000">
            <a:off x="412762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2" name="Google Shape;92;p19"/>
          <p:cNvSpPr/>
          <p:nvPr/>
        </p:nvSpPr>
        <p:spPr>
          <a:xfrm rot="-5400000">
            <a:off x="551545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3" name="Google Shape;93;p19"/>
          <p:cNvSpPr/>
          <p:nvPr/>
        </p:nvSpPr>
        <p:spPr>
          <a:xfrm rot="-2220703">
            <a:off x="-226496" y="2528351"/>
            <a:ext cx="4023732" cy="1997707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060250" y="0"/>
            <a:ext cx="2083800" cy="208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137160" y="228600"/>
            <a:ext cx="64803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6" name="Google Shape;96;p19"/>
          <p:cNvSpPr/>
          <p:nvPr/>
        </p:nvSpPr>
        <p:spPr>
          <a:xfrm rot="-5400000">
            <a:off x="273980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7" name="Google Shape;97;p19"/>
          <p:cNvSpPr/>
          <p:nvPr/>
        </p:nvSpPr>
        <p:spPr>
          <a:xfrm rot="-5400000">
            <a:off x="690327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cards">
  <p:cSld name="BLANK_1_1_1_1_1_1_2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4326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326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2" name="Google Shape;102;p20"/>
          <p:cNvSpPr txBox="1"/>
          <p:nvPr>
            <p:ph idx="3" type="subTitle"/>
          </p:nvPr>
        </p:nvSpPr>
        <p:spPr>
          <a:xfrm>
            <a:off x="438875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4" type="body"/>
          </p:nvPr>
        </p:nvSpPr>
        <p:spPr>
          <a:xfrm>
            <a:off x="438875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04" name="Google Shape;104;p20"/>
          <p:cNvSpPr txBox="1"/>
          <p:nvPr>
            <p:ph idx="5" type="subTitle"/>
          </p:nvPr>
        </p:nvSpPr>
        <p:spPr>
          <a:xfrm>
            <a:off x="2621613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6" type="body"/>
          </p:nvPr>
        </p:nvSpPr>
        <p:spPr>
          <a:xfrm>
            <a:off x="2621613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06" name="Google Shape;106;p20"/>
          <p:cNvSpPr txBox="1"/>
          <p:nvPr>
            <p:ph idx="7" type="subTitle"/>
          </p:nvPr>
        </p:nvSpPr>
        <p:spPr>
          <a:xfrm>
            <a:off x="262785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8" type="body"/>
          </p:nvPr>
        </p:nvSpPr>
        <p:spPr>
          <a:xfrm>
            <a:off x="262785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08" name="Google Shape;108;p20"/>
          <p:cNvSpPr txBox="1"/>
          <p:nvPr>
            <p:ph idx="9" type="subTitle"/>
          </p:nvPr>
        </p:nvSpPr>
        <p:spPr>
          <a:xfrm>
            <a:off x="4810588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13" type="body"/>
          </p:nvPr>
        </p:nvSpPr>
        <p:spPr>
          <a:xfrm>
            <a:off x="4810588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10" name="Google Shape;110;p20"/>
          <p:cNvSpPr txBox="1"/>
          <p:nvPr>
            <p:ph idx="14" type="subTitle"/>
          </p:nvPr>
        </p:nvSpPr>
        <p:spPr>
          <a:xfrm>
            <a:off x="48137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idx="15" type="body"/>
          </p:nvPr>
        </p:nvSpPr>
        <p:spPr>
          <a:xfrm>
            <a:off x="48137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12" name="Google Shape;112;p20"/>
          <p:cNvSpPr txBox="1"/>
          <p:nvPr>
            <p:ph idx="16" type="subTitle"/>
          </p:nvPr>
        </p:nvSpPr>
        <p:spPr>
          <a:xfrm>
            <a:off x="69995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7" type="body"/>
          </p:nvPr>
        </p:nvSpPr>
        <p:spPr>
          <a:xfrm>
            <a:off x="69995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14" name="Google Shape;114;p20"/>
          <p:cNvSpPr txBox="1"/>
          <p:nvPr>
            <p:ph idx="18" type="subTitle"/>
          </p:nvPr>
        </p:nvSpPr>
        <p:spPr>
          <a:xfrm>
            <a:off x="70058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19" type="body"/>
          </p:nvPr>
        </p:nvSpPr>
        <p:spPr>
          <a:xfrm>
            <a:off x="70058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ith images">
  <p:cSld name="BLANK_1_1_1_1_1_1_2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438875" y="327604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2" type="body"/>
          </p:nvPr>
        </p:nvSpPr>
        <p:spPr>
          <a:xfrm>
            <a:off x="438875" y="365690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20" name="Google Shape;120;p21"/>
          <p:cNvSpPr txBox="1"/>
          <p:nvPr>
            <p:ph idx="3" type="subTitle"/>
          </p:nvPr>
        </p:nvSpPr>
        <p:spPr>
          <a:xfrm>
            <a:off x="26309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4" type="body"/>
          </p:nvPr>
        </p:nvSpPr>
        <p:spPr>
          <a:xfrm>
            <a:off x="26309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5" type="subTitle"/>
          </p:nvPr>
        </p:nvSpPr>
        <p:spPr>
          <a:xfrm>
            <a:off x="4821925" y="326929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6" type="body"/>
          </p:nvPr>
        </p:nvSpPr>
        <p:spPr>
          <a:xfrm>
            <a:off x="4821925" y="365015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24" name="Google Shape;124;p21"/>
          <p:cNvSpPr txBox="1"/>
          <p:nvPr>
            <p:ph idx="7" type="subTitle"/>
          </p:nvPr>
        </p:nvSpPr>
        <p:spPr>
          <a:xfrm>
            <a:off x="70151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8" type="body"/>
          </p:nvPr>
        </p:nvSpPr>
        <p:spPr>
          <a:xfrm>
            <a:off x="70151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/>
          <p:nvPr>
            <p:ph idx="9" type="pic"/>
          </p:nvPr>
        </p:nvSpPr>
        <p:spPr>
          <a:xfrm>
            <a:off x="46189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27" name="Google Shape;127;p21"/>
          <p:cNvSpPr/>
          <p:nvPr>
            <p:ph idx="13" type="pic"/>
          </p:nvPr>
        </p:nvSpPr>
        <p:spPr>
          <a:xfrm>
            <a:off x="2437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28" name="Google Shape;128;p21"/>
          <p:cNvSpPr/>
          <p:nvPr>
            <p:ph idx="14" type="pic"/>
          </p:nvPr>
        </p:nvSpPr>
        <p:spPr>
          <a:xfrm>
            <a:off x="2423725" y="3336138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29" name="Google Shape;129;p21"/>
          <p:cNvSpPr/>
          <p:nvPr>
            <p:ph idx="15" type="pic"/>
          </p:nvPr>
        </p:nvSpPr>
        <p:spPr>
          <a:xfrm>
            <a:off x="6802800" y="3336150"/>
            <a:ext cx="19842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70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bbles">
  <p:cSld name="BLANK_1_1_1_1_1_1_1_1_1_2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1" type="subTitle"/>
          </p:nvPr>
        </p:nvSpPr>
        <p:spPr>
          <a:xfrm>
            <a:off x="33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2" type="subTitle"/>
          </p:nvPr>
        </p:nvSpPr>
        <p:spPr>
          <a:xfrm>
            <a:off x="2967150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3" type="subTitle"/>
          </p:nvPr>
        </p:nvSpPr>
        <p:spPr>
          <a:xfrm>
            <a:off x="58365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4" type="subTitle"/>
          </p:nvPr>
        </p:nvSpPr>
        <p:spPr>
          <a:xfrm>
            <a:off x="36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5" type="subTitle"/>
          </p:nvPr>
        </p:nvSpPr>
        <p:spPr>
          <a:xfrm>
            <a:off x="2967375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6" type="subTitle"/>
          </p:nvPr>
        </p:nvSpPr>
        <p:spPr>
          <a:xfrm>
            <a:off x="58368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7" type="subTitle"/>
          </p:nvPr>
        </p:nvSpPr>
        <p:spPr>
          <a:xfrm>
            <a:off x="36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8" type="subTitle"/>
          </p:nvPr>
        </p:nvSpPr>
        <p:spPr>
          <a:xfrm>
            <a:off x="2967375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9" type="subTitle"/>
          </p:nvPr>
        </p:nvSpPr>
        <p:spPr>
          <a:xfrm>
            <a:off x="58368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ALT 1">
  <p:cSld name="CUSTOM_3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541200" y="3027628"/>
            <a:ext cx="2261700" cy="1292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2" type="subTitle"/>
          </p:nvPr>
        </p:nvSpPr>
        <p:spPr>
          <a:xfrm>
            <a:off x="4461225" y="2399875"/>
            <a:ext cx="2199900" cy="5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3" type="body"/>
          </p:nvPr>
        </p:nvSpPr>
        <p:spPr>
          <a:xfrm>
            <a:off x="529800" y="3788256"/>
            <a:ext cx="3230400" cy="895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4" type="subTitle"/>
          </p:nvPr>
        </p:nvSpPr>
        <p:spPr>
          <a:xfrm>
            <a:off x="529800" y="3340283"/>
            <a:ext cx="3153000" cy="2901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6" name="Google Shape;146;p23"/>
          <p:cNvSpPr/>
          <p:nvPr>
            <p:ph idx="5" type="pic"/>
          </p:nvPr>
        </p:nvSpPr>
        <p:spPr>
          <a:xfrm>
            <a:off x="246888" y="1112076"/>
            <a:ext cx="3819900" cy="1802100"/>
          </a:xfrm>
          <a:prstGeom prst="roundRect">
            <a:avLst>
              <a:gd fmla="val 19372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47" name="Google Shape;147;p23"/>
          <p:cNvSpPr/>
          <p:nvPr>
            <p:ph idx="6" type="pic"/>
          </p:nvPr>
        </p:nvSpPr>
        <p:spPr>
          <a:xfrm>
            <a:off x="7184100" y="1112075"/>
            <a:ext cx="1731300" cy="3571800"/>
          </a:xfrm>
          <a:prstGeom prst="roundRect">
            <a:avLst>
              <a:gd fmla="val 18739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">
          <p15:clr>
            <a:srgbClr val="E46962"/>
          </p15:clr>
        </p15:guide>
        <p15:guide id="2" pos="33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_2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ALT 3">
  <p:cSld name="BLANK_1_1_1_1_1_1_1_1_1_1_1_1_1_1_1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2" name="Google Shape;152;p25"/>
          <p:cNvSpPr/>
          <p:nvPr>
            <p:ph idx="2" type="pic"/>
          </p:nvPr>
        </p:nvSpPr>
        <p:spPr>
          <a:xfrm>
            <a:off x="228700" y="1186575"/>
            <a:ext cx="1655100" cy="1659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3" name="Google Shape;153;p25"/>
          <p:cNvSpPr/>
          <p:nvPr>
            <p:ph idx="3" type="pic"/>
          </p:nvPr>
        </p:nvSpPr>
        <p:spPr>
          <a:xfrm>
            <a:off x="228600" y="3022029"/>
            <a:ext cx="1655100" cy="16596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4" name="Google Shape;154;p25"/>
          <p:cNvSpPr/>
          <p:nvPr>
            <p:ph idx="4" type="pic"/>
          </p:nvPr>
        </p:nvSpPr>
        <p:spPr>
          <a:xfrm>
            <a:off x="20404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5" name="Google Shape;155;p25"/>
          <p:cNvSpPr/>
          <p:nvPr>
            <p:ph idx="5" type="pic"/>
          </p:nvPr>
        </p:nvSpPr>
        <p:spPr>
          <a:xfrm>
            <a:off x="3759350" y="1186575"/>
            <a:ext cx="3437100" cy="34950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6" name="Google Shape;156;p25"/>
          <p:cNvSpPr/>
          <p:nvPr>
            <p:ph idx="6" type="pic"/>
          </p:nvPr>
        </p:nvSpPr>
        <p:spPr>
          <a:xfrm>
            <a:off x="73470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ALT 2">
  <p:cSld name="CUSTOM_7_1_1_1_1_1_1_1_1_1_1_1_1_1_1_1_1_3_2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246925" y="2825125"/>
            <a:ext cx="3776100" cy="18585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60" name="Google Shape;160;p26"/>
          <p:cNvSpPr txBox="1"/>
          <p:nvPr>
            <p:ph idx="2" type="title"/>
          </p:nvPr>
        </p:nvSpPr>
        <p:spPr>
          <a:xfrm>
            <a:off x="246925" y="2400600"/>
            <a:ext cx="13560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3" type="title"/>
          </p:nvPr>
        </p:nvSpPr>
        <p:spPr>
          <a:xfrm>
            <a:off x="1637425" y="2400600"/>
            <a:ext cx="10539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2" name="Google Shape;162;p26"/>
          <p:cNvSpPr/>
          <p:nvPr>
            <p:ph idx="4" type="pic"/>
          </p:nvPr>
        </p:nvSpPr>
        <p:spPr>
          <a:xfrm>
            <a:off x="4618950" y="457200"/>
            <a:ext cx="4296600" cy="42264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CUSTOM_7_1_1_1_1_1_1_1_1_1_1_1_1_1_1_1_1_3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228600" y="2363125"/>
            <a:ext cx="3388200" cy="23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66" name="Google Shape;166;p27"/>
          <p:cNvSpPr/>
          <p:nvPr>
            <p:ph idx="2" type="pic"/>
          </p:nvPr>
        </p:nvSpPr>
        <p:spPr>
          <a:xfrm rot="10800000">
            <a:off x="4290750" y="0"/>
            <a:ext cx="2304300" cy="344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67" name="Google Shape;167;p27"/>
          <p:cNvSpPr/>
          <p:nvPr>
            <p:ph idx="3" type="pic"/>
          </p:nvPr>
        </p:nvSpPr>
        <p:spPr>
          <a:xfrm>
            <a:off x="6601200" y="0"/>
            <a:ext cx="2308200" cy="51435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LT 1">
  <p:cSld name="CUSTOM_7_1_1_1_1_1_1_1_1_1_1_1_1_1_1_1_1_1_1"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  <p:sp>
        <p:nvSpPr>
          <p:cNvPr id="171" name="Google Shape;171;p28"/>
          <p:cNvSpPr/>
          <p:nvPr/>
        </p:nvSpPr>
        <p:spPr>
          <a:xfrm>
            <a:off x="7643450" y="394401"/>
            <a:ext cx="1253100" cy="316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72" name="Google Shape;172;p28"/>
          <p:cNvSpPr txBox="1"/>
          <p:nvPr>
            <p:ph idx="1" type="subTitle"/>
          </p:nvPr>
        </p:nvSpPr>
        <p:spPr>
          <a:xfrm>
            <a:off x="7730000" y="407600"/>
            <a:ext cx="1080000" cy="29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3" type="subTitle"/>
          </p:nvPr>
        </p:nvSpPr>
        <p:spPr>
          <a:xfrm>
            <a:off x="-1040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4" type="subTitle"/>
          </p:nvPr>
        </p:nvSpPr>
        <p:spPr>
          <a:xfrm>
            <a:off x="13819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5" type="subTitle"/>
          </p:nvPr>
        </p:nvSpPr>
        <p:spPr>
          <a:xfrm>
            <a:off x="30811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>
            <a:off x="262950" y="1852175"/>
            <a:ext cx="2311800" cy="2827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2663162" y="3512350"/>
            <a:ext cx="1600200" cy="117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79" name="Google Shape;179;p29"/>
          <p:cNvSpPr txBox="1"/>
          <p:nvPr>
            <p:ph type="title"/>
          </p:nvPr>
        </p:nvSpPr>
        <p:spPr>
          <a:xfrm>
            <a:off x="143375" y="226075"/>
            <a:ext cx="64710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facad Flux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80" name="Google Shape;180;p29"/>
          <p:cNvSpPr/>
          <p:nvPr/>
        </p:nvSpPr>
        <p:spPr>
          <a:xfrm flipH="1">
            <a:off x="2663150" y="1852175"/>
            <a:ext cx="1600200" cy="16002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262950" y="1852175"/>
            <a:ext cx="2311800" cy="2840400"/>
          </a:xfrm>
          <a:prstGeom prst="rect">
            <a:avLst/>
          </a:prstGeom>
        </p:spPr>
        <p:txBody>
          <a:bodyPr anchorCtr="0" anchor="t" bIns="274300" lIns="182875" spcFirstLastPara="1" rIns="182875" wrap="square" tIns="36575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82" name="Google Shape;182;p29"/>
          <p:cNvSpPr/>
          <p:nvPr>
            <p:ph idx="2" type="pic"/>
          </p:nvPr>
        </p:nvSpPr>
        <p:spPr>
          <a:xfrm>
            <a:off x="4424075" y="1895400"/>
            <a:ext cx="4491600" cy="2788200"/>
          </a:xfrm>
          <a:prstGeom prst="roundRect">
            <a:avLst>
              <a:gd fmla="val 1584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vorite tools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137153" y="228600"/>
            <a:ext cx="4387800" cy="15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4818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86" name="Google Shape;186;p30"/>
          <p:cNvSpPr txBox="1"/>
          <p:nvPr>
            <p:ph idx="2" type="subTitle"/>
          </p:nvPr>
        </p:nvSpPr>
        <p:spPr>
          <a:xfrm>
            <a:off x="4818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3" type="body"/>
          </p:nvPr>
        </p:nvSpPr>
        <p:spPr>
          <a:xfrm>
            <a:off x="4872175" y="1334475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88" name="Google Shape;188;p30"/>
          <p:cNvSpPr txBox="1"/>
          <p:nvPr>
            <p:ph idx="4" type="subTitle"/>
          </p:nvPr>
        </p:nvSpPr>
        <p:spPr>
          <a:xfrm>
            <a:off x="4872175" y="792100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5" type="body"/>
          </p:nvPr>
        </p:nvSpPr>
        <p:spPr>
          <a:xfrm>
            <a:off x="70674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90" name="Google Shape;190;p30"/>
          <p:cNvSpPr txBox="1"/>
          <p:nvPr>
            <p:ph idx="6" type="subTitle"/>
          </p:nvPr>
        </p:nvSpPr>
        <p:spPr>
          <a:xfrm>
            <a:off x="70674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91" name="Google Shape;191;p30"/>
          <p:cNvSpPr/>
          <p:nvPr>
            <p:ph idx="7" type="pic"/>
          </p:nvPr>
        </p:nvSpPr>
        <p:spPr>
          <a:xfrm>
            <a:off x="6806650" y="457200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92" name="Google Shape;192;p30"/>
          <p:cNvSpPr/>
          <p:nvPr>
            <p:ph idx="8" type="pic"/>
          </p:nvPr>
        </p:nvSpPr>
        <p:spPr>
          <a:xfrm flipH="1">
            <a:off x="2424900" y="2628875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 fact">
  <p:cSld name="CUSTOM_5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>
            <p:ph idx="2" type="pic"/>
          </p:nvPr>
        </p:nvSpPr>
        <p:spPr>
          <a:xfrm>
            <a:off x="3163800" y="3246950"/>
            <a:ext cx="2816400" cy="14367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95" name="Google Shape;195;p31"/>
          <p:cNvSpPr txBox="1"/>
          <p:nvPr>
            <p:ph type="title"/>
          </p:nvPr>
        </p:nvSpPr>
        <p:spPr>
          <a:xfrm>
            <a:off x="137150" y="228600"/>
            <a:ext cx="58521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54947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97" name="Google Shape;197;p31"/>
          <p:cNvSpPr txBox="1"/>
          <p:nvPr>
            <p:ph idx="3" type="body"/>
          </p:nvPr>
        </p:nvSpPr>
        <p:spPr>
          <a:xfrm>
            <a:off x="3466350" y="173405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4" type="body"/>
          </p:nvPr>
        </p:nvSpPr>
        <p:spPr>
          <a:xfrm>
            <a:off x="638322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99" name="Google Shape;199;p31"/>
          <p:cNvSpPr txBox="1"/>
          <p:nvPr>
            <p:ph idx="5" type="subTitle"/>
          </p:nvPr>
        </p:nvSpPr>
        <p:spPr>
          <a:xfrm>
            <a:off x="555175" y="298680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00" name="Google Shape;200;p31"/>
          <p:cNvSpPr txBox="1"/>
          <p:nvPr>
            <p:ph idx="6" type="subTitle"/>
          </p:nvPr>
        </p:nvSpPr>
        <p:spPr>
          <a:xfrm>
            <a:off x="3473338" y="1372065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7" type="subTitle"/>
          </p:nvPr>
        </p:nvSpPr>
        <p:spPr>
          <a:xfrm>
            <a:off x="6391513" y="298984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02" name="Google Shape;202;p31"/>
          <p:cNvSpPr/>
          <p:nvPr>
            <p:ph idx="8" type="pic"/>
          </p:nvPr>
        </p:nvSpPr>
        <p:spPr>
          <a:xfrm>
            <a:off x="2286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203" name="Google Shape;203;p31"/>
          <p:cNvSpPr/>
          <p:nvPr>
            <p:ph idx="9" type="pic"/>
          </p:nvPr>
        </p:nvSpPr>
        <p:spPr>
          <a:xfrm>
            <a:off x="60990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accent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/>
          <p:nvPr/>
        </p:nvSpPr>
        <p:spPr>
          <a:xfrm flipH="1" rot="10800000">
            <a:off x="225325" y="225450"/>
            <a:ext cx="6483000" cy="3256800"/>
          </a:xfrm>
          <a:prstGeom prst="round1Rect">
            <a:avLst>
              <a:gd fmla="val 1638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06" name="Google Shape;206;p32"/>
          <p:cNvSpPr/>
          <p:nvPr/>
        </p:nvSpPr>
        <p:spPr>
          <a:xfrm flipH="1">
            <a:off x="5600700" y="3575950"/>
            <a:ext cx="1108200" cy="1108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6802800" y="228600"/>
            <a:ext cx="2112600" cy="4455600"/>
          </a:xfrm>
          <a:prstGeom prst="roundRect">
            <a:avLst>
              <a:gd fmla="val 32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08" name="Google Shape;208;p32"/>
          <p:cNvSpPr txBox="1"/>
          <p:nvPr>
            <p:ph type="title"/>
          </p:nvPr>
        </p:nvSpPr>
        <p:spPr>
          <a:xfrm>
            <a:off x="462225" y="493150"/>
            <a:ext cx="5944800" cy="15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CUSTOM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untain range reflected on a river. " id="211" name="Google Shape;211;p33"/>
          <p:cNvPicPr preferRelativeResize="0"/>
          <p:nvPr/>
        </p:nvPicPr>
        <p:blipFill rotWithShape="1">
          <a:blip r:embed="rId2">
            <a:alphaModFix/>
          </a:blip>
          <a:srcRect b="0" l="259" r="259" t="0"/>
          <a:stretch/>
        </p:blipFill>
        <p:spPr>
          <a:xfrm>
            <a:off x="1327205" y="0"/>
            <a:ext cx="780288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33"/>
          <p:cNvGrpSpPr/>
          <p:nvPr/>
        </p:nvGrpSpPr>
        <p:grpSpPr>
          <a:xfrm>
            <a:off x="-13905" y="-1783804"/>
            <a:ext cx="10953439" cy="6927293"/>
            <a:chOff x="0" y="-1705500"/>
            <a:chExt cx="10871900" cy="6852600"/>
          </a:xfrm>
        </p:grpSpPr>
        <p:sp>
          <p:nvSpPr>
            <p:cNvPr id="213" name="Google Shape;213;p33"/>
            <p:cNvSpPr/>
            <p:nvPr/>
          </p:nvSpPr>
          <p:spPr>
            <a:xfrm>
              <a:off x="0" y="0"/>
              <a:ext cx="57429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 rot="5400000">
              <a:off x="7437975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 rot="5400000">
              <a:off x="7430300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16" name="Google Shape;216;p33"/>
            <p:cNvSpPr/>
            <p:nvPr/>
          </p:nvSpPr>
          <p:spPr>
            <a:xfrm flipH="1" rot="-5400000">
              <a:off x="4020200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217" name="Google Shape;217;p33"/>
            <p:cNvSpPr/>
            <p:nvPr/>
          </p:nvSpPr>
          <p:spPr>
            <a:xfrm flipH="1" rot="-5400000">
              <a:off x="3996675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sp>
        <p:nvSpPr>
          <p:cNvPr id="218" name="Google Shape;218;p33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1" name="Google Shape;22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0" name="Google Shape;24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1" name="Google Shape;24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1" name="Google Shape;25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2" name="Google Shape;25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3" name="Google Shape;25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4" name="Google Shape;25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5" name="Google Shape;25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2" name="Google Shape;26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9" name="Google Shape;26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0" name="Google Shape;27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1" name="Google Shape;27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3" name="Google Shape;27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" name="Google Shape;27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" name="Google Shape;27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" name="Google Shape;27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0" name="Google Shape;28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0" name="Google Shape;30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4" name="Google Shape;30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5" name="Google Shape;30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23" name="Google Shape;323;p5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5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5" name="Google Shape;325;p55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26" name="Google Shape;326;p55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327" name="Google Shape;327;p55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328" name="Google Shape;328;p55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29" name="Google Shape;329;p55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5" name="Google Shape;335;p56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56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7" name="Google Shape;337;p56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56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9" name="Google Shape;339;p56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56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2" name="Google Shape;342;p5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5" name="Google Shape;345;p57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6" name="Google Shape;346;p5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49" name="Google Shape;349;p5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50" name="Google Shape;350;p58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1" name="Google Shape;351;p5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54" name="Google Shape;354;p5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5" name="Google Shape;355;p5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58" name="Google Shape;358;p60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59" name="Google Shape;359;p60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60" name="Google Shape;360;p60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61" name="Google Shape;361;p60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62" name="Google Shape;362;p60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63" name="Google Shape;363;p60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64" name="Google Shape;364;p60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60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6" name="Google Shape;366;p60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7" name="Google Shape;367;p60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8" name="Google Shape;368;p60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60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0" name="Google Shape;370;p60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71" name="Google Shape;371;p60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72" name="Google Shape;372;p60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73" name="Google Shape;373;p60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74" name="Google Shape;374;p60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75" name="Google Shape;375;p60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76" name="Google Shape;376;p60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7" name="Google Shape;377;p6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80" name="Google Shape;380;p61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1" name="Google Shape;381;p61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2" name="Google Shape;382;p61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83" name="Google Shape;383;p61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4" name="Google Shape;384;p61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5" name="Google Shape;385;p61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86" name="Google Shape;386;p61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7" name="Google Shape;387;p61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8" name="Google Shape;388;p61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89" name="Google Shape;389;p61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90" name="Google Shape;390;p61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91" name="Google Shape;391;p61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92" name="Google Shape;392;p61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3" name="Google Shape;393;p61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394" name="Google Shape;394;p61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95" name="Google Shape;395;p61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6" name="Google Shape;396;p61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7" name="Google Shape;397;p61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98" name="Google Shape;398;p61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9" name="Google Shape;399;p6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2" name="Google Shape;402;p6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3" name="Google Shape;403;p62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04" name="Google Shape;404;p62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5" name="Google Shape;405;p62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06" name="Google Shape;406;p62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07" name="Google Shape;407;p62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08" name="Google Shape;408;p62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9" name="Google Shape;409;p62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10" name="Google Shape;410;p62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11" name="Google Shape;411;p62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12" name="Google Shape;412;p62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3" name="Google Shape;413;p62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14" name="Google Shape;414;p62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15" name="Google Shape;415;p62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16" name="Google Shape;416;p62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7" name="Google Shape;417;p62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18" name="Google Shape;418;p62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19" name="Google Shape;419;p62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2" name="Google Shape;422;p63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23" name="Google Shape;423;p63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24" name="Google Shape;424;p63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5" name="Google Shape;425;p63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6" name="Google Shape;426;p63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7" name="Google Shape;427;p63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8" name="Google Shape;428;p63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9" name="Google Shape;429;p63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0" name="Google Shape;430;p63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31" name="Google Shape;431;p63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32" name="Google Shape;432;p63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33" name="Google Shape;433;p63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34" name="Google Shape;434;p63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35" name="Google Shape;435;p63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36" name="Google Shape;436;p63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7" name="Google Shape;437;p63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8" name="Google Shape;438;p63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9" name="Google Shape;439;p63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0" name="Google Shape;440;p63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1" name="Google Shape;441;p63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2" name="Google Shape;442;p63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43" name="Google Shape;443;p63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4" name="Google Shape;444;p6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5" name="Google Shape;445;p63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6" name="Google Shape;446;p63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7" name="Google Shape;447;p63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48" name="Google Shape;448;p63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4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51" name="Google Shape;451;p64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452" name="Google Shape;452;p64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3" name="Google Shape;453;p64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54" name="Google Shape;454;p64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55" name="Google Shape;455;p64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6" name="Google Shape;456;p6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7" name="Google Shape;457;p64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58" name="Google Shape;458;p64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59" name="Google Shape;459;p64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0" name="Google Shape;460;p64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1" name="Google Shape;461;p64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2" name="Google Shape;462;p64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3" name="Google Shape;463;p64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4" name="Google Shape;464;p64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5" name="Google Shape;465;p64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6" name="Google Shape;466;p64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67" name="Google Shape;467;p64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68" name="Google Shape;468;p64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69" name="Google Shape;469;p64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0" name="Google Shape;470;p64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1" name="Google Shape;471;p64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2" name="Google Shape;472;p64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73" name="Google Shape;473;p64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74" name="Google Shape;474;p64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5" name="Google Shape;475;p64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6" name="Google Shape;476;p64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7" name="Google Shape;477;p64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8" name="Google Shape;478;p64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82" name="Google Shape;482;p6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66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86" name="Google Shape;486;p66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87" name="Google Shape;487;p66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88" name="Google Shape;488;p66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89" name="Google Shape;489;p6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0" name="Google Shape;490;p66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1" name="Google Shape;491;p66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66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3" name="Google Shape;493;p66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4" name="Google Shape;494;p66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5" name="Google Shape;495;p66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96" name="Google Shape;496;p6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9" name="Google Shape;499;p6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00" name="Google Shape;500;p67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01" name="Google Shape;501;p67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02" name="Google Shape;502;p67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03" name="Google Shape;503;p67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04" name="Google Shape;504;p67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05" name="Google Shape;505;p67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06" name="Google Shape;506;p67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07" name="Google Shape;507;p67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08" name="Google Shape;508;p67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09" name="Google Shape;509;p67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0" name="Google Shape;510;p67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1" name="Google Shape;511;p67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2" name="Google Shape;512;p67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3" name="Google Shape;513;p67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4" name="Google Shape;514;p67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5" name="Google Shape;515;p67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6" name="Google Shape;516;p67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7" name="Google Shape;517;p67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8" name="Google Shape;518;p67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19" name="Google Shape;519;p67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0" name="Google Shape;520;p67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521" name="Google Shape;521;p67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2" name="Google Shape;522;p67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3" name="Google Shape;523;p67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4" name="Google Shape;524;p67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7" name="Google Shape;527;p68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8" name="Google Shape;528;p68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9" name="Google Shape;529;p68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30" name="Google Shape;530;p6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1" name="Google Shape;531;p68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32" name="Google Shape;532;p68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33" name="Google Shape;533;p68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34" name="Google Shape;534;p68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35" name="Google Shape;535;p68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536" name="Google Shape;536;p6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68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38" name="Google Shape;538;p68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39" name="Google Shape;539;p68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40" name="Google Shape;540;p68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1" name="Google Shape;541;p68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2" name="Google Shape;542;p68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3" name="Google Shape;543;p68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44" name="Google Shape;544;p68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45" name="Google Shape;545;p68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46" name="Google Shape;546;p68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7" name="Google Shape;547;p68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8" name="Google Shape;548;p68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9" name="Google Shape;549;p68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50" name="Google Shape;550;p68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51" name="Google Shape;551;p68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52" name="Google Shape;552;p68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3" name="Google Shape;553;p68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4" name="Google Shape;554;p68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5" name="Google Shape;555;p68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56" name="Google Shape;556;p68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57" name="Google Shape;557;p68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558" name="Google Shape;558;p68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9" name="Google Shape;559;p68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60" name="Google Shape;560;p68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9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563" name="Google Shape;563;p6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4" name="Google Shape;564;p6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67" name="Google Shape;567;p70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8" name="Google Shape;568;p70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69" name="Google Shape;569;p70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0" name="Google Shape;570;p7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3" name="Google Shape;573;p7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4" name="Google Shape;574;p71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5" name="Google Shape;575;p71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76" name="Google Shape;576;p71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7" name="Google Shape;577;p71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78" name="Google Shape;578;p71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9" name="Google Shape;579;p71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80" name="Google Shape;580;p71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3" name="Google Shape;583;p72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5" name="Google Shape;585;p72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586" name="Google Shape;586;p72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87" name="Google Shape;587;p72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588" name="Google Shape;588;p72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89" name="Google Shape;589;p72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90" name="Google Shape;590;p72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1" name="Google Shape;591;p72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2" name="Google Shape;592;p72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3" name="Google Shape;593;p72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594" name="Google Shape;594;p72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7" name="Google Shape;597;p7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98" name="Google Shape;598;p73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9" name="Google Shape;599;p73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0" name="Google Shape;600;p73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1" name="Google Shape;601;p73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2" name="Google Shape;602;p73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4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05" name="Google Shape;605;p74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606" name="Google Shape;606;p74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7" name="Google Shape;607;p74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8" name="Google Shape;608;p7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5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1" name="Google Shape;611;p75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12" name="Google Shape;612;p7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3" name="Google Shape;613;p7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4" name="Google Shape;614;p7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5" name="Google Shape;615;p75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16" name="Google Shape;616;p75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17" name="Google Shape;617;p75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8" name="Google Shape;618;p7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6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21" name="Google Shape;621;p7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622" name="Google Shape;622;p76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3" name="Google Shape;623;p76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4" name="Google Shape;624;p76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5" name="Google Shape;625;p76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26" name="Google Shape;626;p76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27" name="Google Shape;627;p76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8" name="Google Shape;628;p7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7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31" name="Google Shape;631;p77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632" name="Google Shape;632;p77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3" name="Google Shape;633;p77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4" name="Google Shape;634;p77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5" name="Google Shape;635;p77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36" name="Google Shape;636;p77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637" name="Google Shape;637;p77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8" name="Google Shape;638;p7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1" name="Google Shape;641;p78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642" name="Google Shape;642;p78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3" name="Google Shape;643;p78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4" name="Google Shape;644;p78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5" name="Google Shape;645;p7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8" name="Google Shape;648;p7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9" name="Google Shape;649;p79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50" name="Google Shape;650;p79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1" name="Google Shape;651;p79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52" name="Google Shape;652;p79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3" name="Google Shape;653;p79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54" name="Google Shape;654;p79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5" name="Google Shape;655;p79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56" name="Google Shape;656;p79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7" name="Google Shape;657;p79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0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60" name="Google Shape;660;p80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661" name="Google Shape;661;p80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4" name="Google Shape;664;p8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8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3" name="Google Shape;673;p8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8" name="Google Shape;678;p8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83" name="Google Shape;683;p8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4" name="Google Shape;684;p8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9" name="Google Shape;689;p9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9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4" name="Google Shape;694;p9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5" name="Google Shape;695;p9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6" name="Google Shape;696;p9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7" name="Google Shape;697;p9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8" name="Google Shape;698;p9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9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02" name="Google Shape;702;p9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5" name="Google Shape;705;p9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06" name="Google Shape;706;p9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07" name="Google Shape;707;p9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8" name="Google Shape;708;p9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11" name="Google Shape;711;p9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12" name="Google Shape;712;p9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13" name="Google Shape;713;p9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4" name="Google Shape;714;p9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5" name="Google Shape;715;p9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6" name="Google Shape;716;p9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19" name="Google Shape;719;p9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0" name="Google Shape;720;p9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1" name="Google Shape;721;p9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2" name="Google Shape;722;p9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23" name="Google Shape;723;p9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4" name="Google Shape;724;p9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5" name="Google Shape;725;p9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6" name="Google Shape;726;p9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9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2" name="Google Shape;732;p9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33" name="Google Shape;733;p9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9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5" name="Google Shape;735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9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7" name="Google Shape;737;p9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0" name="Google Shape;740;p9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9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9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3" name="Google Shape;743;p9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44" name="Google Shape;744;p9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5" name="Google Shape;745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9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47" name="Google Shape;747;p9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48" name="Google Shape;748;p9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53" name="Google Shape;753;p10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54" name="Google Shape;754;p10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55" name="Google Shape;755;p10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56" name="Google Shape;756;p10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p10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58" name="Google Shape;758;p10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10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60" name="Google Shape;760;p10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61" name="Google Shape;761;p10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3.xml"/><Relationship Id="rId41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73.xml"/><Relationship Id="rId44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72.xml"/><Relationship Id="rId43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75.xml"/><Relationship Id="rId46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74.xml"/><Relationship Id="rId45" Type="http://schemas.openxmlformats.org/officeDocument/2006/relationships/slideLayout" Target="../slideLayouts/slideLayout96.xml"/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77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76.xml"/><Relationship Id="rId47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78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80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66.xml"/><Relationship Id="rId37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67.xml"/><Relationship Id="rId38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01500"/>
            <a:ext cx="57606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52" name="Google Shape;52;p13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95550" y="457200"/>
            <a:ext cx="4859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facad Flux"/>
              <a:buNone/>
              <a:defRPr b="1" sz="30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785175" y="1949425"/>
            <a:ext cx="40578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9" name="Google Shape;319;p54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54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02"/>
          <p:cNvSpPr txBox="1"/>
          <p:nvPr>
            <p:ph type="title"/>
          </p:nvPr>
        </p:nvSpPr>
        <p:spPr>
          <a:xfrm>
            <a:off x="955038" y="1623700"/>
            <a:ext cx="72339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MESSIER 12 GLOBULAR CLUSTER ANALYSIS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02"/>
          <p:cNvSpPr txBox="1"/>
          <p:nvPr>
            <p:ph idx="1" type="body"/>
          </p:nvPr>
        </p:nvSpPr>
        <p:spPr>
          <a:xfrm>
            <a:off x="311688" y="2232250"/>
            <a:ext cx="8520600" cy="226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Sanjeev Kumawat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Physics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Indian Institute of Technology Hyderabad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19, 2026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8" name="Google Shape;76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300" y="68858"/>
            <a:ext cx="2760079" cy="7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75" y="68858"/>
            <a:ext cx="658100" cy="6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3"/>
          <p:cNvSpPr txBox="1"/>
          <p:nvPr>
            <p:ph type="title"/>
          </p:nvPr>
        </p:nvSpPr>
        <p:spPr>
          <a:xfrm>
            <a:off x="290517" y="18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Introduction to Hubble</a:t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5" name="Google Shape;775;p103"/>
          <p:cNvSpPr txBox="1"/>
          <p:nvPr>
            <p:ph idx="1" type="body"/>
          </p:nvPr>
        </p:nvSpPr>
        <p:spPr>
          <a:xfrm>
            <a:off x="121200" y="856525"/>
            <a:ext cx="3963900" cy="3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The Hubble Space Telescope (HST) is a space-based observatory launched by NASA in 1990 into low Earth orbit.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Operates above the Earth's atmosphere to capture high-resolution imagery in ultraviolet, visible, and near-infrared wavelengths without atmospheric distortion.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Over three decades of service, HST has fundamentally advanced the study of galaxies, nebulae, black holes, exoplanets, and globular clusters.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It provides unprecedented clarity in deep-space observations, serving as a primary source for high-fidelity astronomical data</a:t>
            </a:r>
            <a:r>
              <a:rPr lang="en" sz="13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6" name="Google Shape;77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425" y="1292250"/>
            <a:ext cx="5117998" cy="25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04"/>
          <p:cNvSpPr txBox="1"/>
          <p:nvPr>
            <p:ph type="title"/>
          </p:nvPr>
        </p:nvSpPr>
        <p:spPr>
          <a:xfrm>
            <a:off x="205875" y="20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Messier 12 Globular Cluster</a:t>
            </a:r>
            <a:endParaRPr/>
          </a:p>
        </p:txBody>
      </p:sp>
      <p:sp>
        <p:nvSpPr>
          <p:cNvPr id="783" name="Google Shape;783;p104"/>
          <p:cNvSpPr txBox="1"/>
          <p:nvPr>
            <p:ph idx="1" type="body"/>
          </p:nvPr>
        </p:nvSpPr>
        <p:spPr>
          <a:xfrm>
            <a:off x="46975" y="867400"/>
            <a:ext cx="43557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Messier 12 (M12) is a globular cluster located in the constellation Ophiuchus.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M12 contains a dense population of old stars and is important for studying stellar evolution and galactic dynamics.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 dense globular cluster located approximately 23,000 light-years from Earth in the constellation Ophiuchus.</a:t>
            </a:r>
            <a:endParaRPr sz="13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First discovered by Charles Messier in 1764, the system consists of old stars gravitationally bound in a nearly spherical geometry.</a:t>
            </a:r>
            <a:endParaRPr sz="13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Research suggests M12 lacks a significant population of low-mass stars, likely due to gravitational stripping caused by interactions with the Milky Way’s dense regions.</a:t>
            </a:r>
            <a:endParaRPr sz="13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It functions as an astrophysical laboratory for studying stellar dynamics, binary systems, and the broader structure of our galaxy.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5" name="Google Shape;785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550" y="1228337"/>
            <a:ext cx="3582426" cy="2686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05"/>
          <p:cNvSpPr/>
          <p:nvPr/>
        </p:nvSpPr>
        <p:spPr>
          <a:xfrm>
            <a:off x="4565688" y="2573775"/>
            <a:ext cx="1706100" cy="2030400"/>
          </a:xfrm>
          <a:prstGeom prst="roundRect">
            <a:avLst>
              <a:gd fmla="val 1984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pic>
        <p:nvPicPr>
          <p:cNvPr descr="A rugged red texture, as of a rock face. " id="791" name="Google Shape;791;p105"/>
          <p:cNvPicPr preferRelativeResize="0"/>
          <p:nvPr/>
        </p:nvPicPr>
        <p:blipFill rotWithShape="1">
          <a:blip r:embed="rId3">
            <a:alphaModFix/>
          </a:blip>
          <a:srcRect b="27556" l="0" r="0" t="27556"/>
          <a:stretch/>
        </p:blipFill>
        <p:spPr>
          <a:xfrm>
            <a:off x="4350213" y="2384925"/>
            <a:ext cx="772800" cy="524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792" name="Google Shape;792;p105"/>
          <p:cNvSpPr/>
          <p:nvPr/>
        </p:nvSpPr>
        <p:spPr>
          <a:xfrm>
            <a:off x="4950813" y="2324025"/>
            <a:ext cx="172200" cy="17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793" name="Google Shape;793;p105"/>
          <p:cNvSpPr/>
          <p:nvPr/>
        </p:nvSpPr>
        <p:spPr>
          <a:xfrm>
            <a:off x="2337588" y="3123726"/>
            <a:ext cx="172200" cy="17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794" name="Google Shape;794;p105"/>
          <p:cNvSpPr/>
          <p:nvPr/>
        </p:nvSpPr>
        <p:spPr>
          <a:xfrm>
            <a:off x="3783288" y="3502875"/>
            <a:ext cx="172200" cy="17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795" name="Google Shape;795;p105"/>
          <p:cNvSpPr/>
          <p:nvPr/>
        </p:nvSpPr>
        <p:spPr>
          <a:xfrm>
            <a:off x="891888" y="3410576"/>
            <a:ext cx="172200" cy="17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796" name="Google Shape;796;p105"/>
          <p:cNvSpPr/>
          <p:nvPr/>
        </p:nvSpPr>
        <p:spPr>
          <a:xfrm>
            <a:off x="8142850" y="3251701"/>
            <a:ext cx="172200" cy="17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797" name="Google Shape;797;p105"/>
          <p:cNvSpPr txBox="1"/>
          <p:nvPr>
            <p:ph idx="2" type="subTitle"/>
          </p:nvPr>
        </p:nvSpPr>
        <p:spPr>
          <a:xfrm>
            <a:off x="333888" y="3972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98" name="Google Shape;798;p105"/>
          <p:cNvSpPr txBox="1"/>
          <p:nvPr>
            <p:ph idx="3" type="subTitle"/>
          </p:nvPr>
        </p:nvSpPr>
        <p:spPr>
          <a:xfrm>
            <a:off x="1779600" y="3675075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799" name="Google Shape;799;p105"/>
          <p:cNvSpPr txBox="1"/>
          <p:nvPr>
            <p:ph idx="4" type="subTitle"/>
          </p:nvPr>
        </p:nvSpPr>
        <p:spPr>
          <a:xfrm>
            <a:off x="3225288" y="4041157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00" name="Google Shape;800;p105"/>
          <p:cNvSpPr txBox="1"/>
          <p:nvPr>
            <p:ph idx="5" type="subTitle"/>
          </p:nvPr>
        </p:nvSpPr>
        <p:spPr>
          <a:xfrm>
            <a:off x="6228475" y="4126657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01" name="Google Shape;801;p105"/>
          <p:cNvSpPr txBox="1"/>
          <p:nvPr>
            <p:ph type="title"/>
          </p:nvPr>
        </p:nvSpPr>
        <p:spPr>
          <a:xfrm>
            <a:off x="746600" y="2266950"/>
            <a:ext cx="28914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/>
          </a:p>
        </p:txBody>
      </p:sp>
      <p:sp>
        <p:nvSpPr>
          <p:cNvPr id="802" name="Google Shape;802;p105"/>
          <p:cNvSpPr txBox="1"/>
          <p:nvPr>
            <p:ph idx="6" type="subTitle"/>
          </p:nvPr>
        </p:nvSpPr>
        <p:spPr>
          <a:xfrm>
            <a:off x="228600" y="4543023"/>
            <a:ext cx="1498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Loads FITS data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05"/>
          <p:cNvSpPr txBox="1"/>
          <p:nvPr>
            <p:ph idx="7" type="subTitle"/>
          </p:nvPr>
        </p:nvSpPr>
        <p:spPr>
          <a:xfrm>
            <a:off x="1674300" y="4212150"/>
            <a:ext cx="1498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Visualize image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05"/>
          <p:cNvSpPr txBox="1"/>
          <p:nvPr>
            <p:ph idx="8" type="subTitle"/>
          </p:nvPr>
        </p:nvSpPr>
        <p:spPr>
          <a:xfrm>
            <a:off x="3067800" y="4516625"/>
            <a:ext cx="1498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Sigma Clipping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05"/>
          <p:cNvSpPr txBox="1"/>
          <p:nvPr>
            <p:ph idx="9" type="subTitle"/>
          </p:nvPr>
        </p:nvSpPr>
        <p:spPr>
          <a:xfrm>
            <a:off x="4671000" y="3750549"/>
            <a:ext cx="1498800" cy="3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DAOStarFinder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05"/>
          <p:cNvSpPr txBox="1"/>
          <p:nvPr>
            <p:ph idx="13" type="subTitle"/>
          </p:nvPr>
        </p:nvSpPr>
        <p:spPr>
          <a:xfrm>
            <a:off x="6169800" y="4604173"/>
            <a:ext cx="1498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 Detected Stars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05"/>
          <p:cNvSpPr txBox="1"/>
          <p:nvPr>
            <p:ph idx="14" type="subTitle"/>
          </p:nvPr>
        </p:nvSpPr>
        <p:spPr>
          <a:xfrm>
            <a:off x="4650750" y="327047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08" name="Google Shape;808;p105"/>
          <p:cNvSpPr/>
          <p:nvPr/>
        </p:nvSpPr>
        <p:spPr>
          <a:xfrm>
            <a:off x="6833100" y="3582776"/>
            <a:ext cx="172200" cy="17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809" name="Google Shape;809;p105"/>
          <p:cNvSpPr txBox="1"/>
          <p:nvPr>
            <p:ph idx="5" type="subTitle"/>
          </p:nvPr>
        </p:nvSpPr>
        <p:spPr>
          <a:xfrm>
            <a:off x="7584850" y="37549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810" name="Google Shape;810;p105"/>
          <p:cNvSpPr txBox="1"/>
          <p:nvPr>
            <p:ph idx="13" type="subTitle"/>
          </p:nvPr>
        </p:nvSpPr>
        <p:spPr>
          <a:xfrm>
            <a:off x="7479550" y="4265073"/>
            <a:ext cx="1498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Flux Histogram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05"/>
          <p:cNvSpPr txBox="1"/>
          <p:nvPr>
            <p:ph idx="4294967295" type="body"/>
          </p:nvPr>
        </p:nvSpPr>
        <p:spPr>
          <a:xfrm>
            <a:off x="311700" y="710800"/>
            <a:ext cx="54456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" sz="1300"/>
              <a:t>Load and analyze astronomical FITS image data.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" sz="1300"/>
              <a:t>Estimate background statistics using Sigma Clipping.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" sz="1300"/>
              <a:t>Detect stellar sources using DAOStarFinder.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" sz="1300"/>
              <a:t>Mark detected stars using circular apertures.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" sz="1300"/>
              <a:t>Analyze stellar brightness distribution using flux histograms.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05"/>
          <p:cNvSpPr txBox="1"/>
          <p:nvPr>
            <p:ph type="title"/>
          </p:nvPr>
        </p:nvSpPr>
        <p:spPr>
          <a:xfrm>
            <a:off x="179925" y="152400"/>
            <a:ext cx="32223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</a:rPr>
              <a:t>Objectives</a:t>
            </a:r>
            <a:endParaRPr>
              <a:solidFill>
                <a:srgbClr val="8E7CC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6"/>
          <p:cNvSpPr txBox="1"/>
          <p:nvPr>
            <p:ph type="title"/>
          </p:nvPr>
        </p:nvSpPr>
        <p:spPr>
          <a:xfrm>
            <a:off x="100050" y="2956775"/>
            <a:ext cx="291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Image Visualization</a:t>
            </a:r>
            <a:endParaRPr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06"/>
          <p:cNvSpPr txBox="1"/>
          <p:nvPr>
            <p:ph idx="1" type="body"/>
          </p:nvPr>
        </p:nvSpPr>
        <p:spPr>
          <a:xfrm>
            <a:off x="0" y="3618425"/>
            <a:ext cx="4265100" cy="12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FITS image visualized using logarithmic normalization.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➢"/>
            </a:pPr>
            <a:r>
              <a:rPr lang="en" sz="13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LogNorm()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improved visibility of faint stellar structures.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➢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Inferno colormap enhanced contrast across the cluster field.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9" name="Google Shape;81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950" y="106375"/>
            <a:ext cx="4754025" cy="4413924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1" name="Google Shape;821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5575"/>
            <a:ext cx="3518283" cy="22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06"/>
          <p:cNvSpPr txBox="1"/>
          <p:nvPr>
            <p:ph type="title"/>
          </p:nvPr>
        </p:nvSpPr>
        <p:spPr>
          <a:xfrm>
            <a:off x="100050" y="106375"/>
            <a:ext cx="213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FITS Metadata</a:t>
            </a:r>
            <a:endParaRPr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7"/>
          <p:cNvSpPr txBox="1"/>
          <p:nvPr>
            <p:ph type="title"/>
          </p:nvPr>
        </p:nvSpPr>
        <p:spPr>
          <a:xfrm>
            <a:off x="269350" y="2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Background Estimation (Sigma Clipping)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07"/>
          <p:cNvSpPr txBox="1"/>
          <p:nvPr>
            <p:ph idx="1" type="body"/>
          </p:nvPr>
        </p:nvSpPr>
        <p:spPr>
          <a:xfrm>
            <a:off x="269350" y="2282025"/>
            <a:ext cx="8250300" cy="25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03030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sigma_clipped_stats()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function from the Astropy library is used for background estimation and 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clipping threshold of </a:t>
            </a:r>
            <a:r>
              <a:rPr b="1"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σ = 3.0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is considered for the calculation.</a:t>
            </a:r>
            <a:endParaRPr sz="14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Calculated Values:</a:t>
            </a:r>
            <a:endParaRPr b="1" sz="14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Mean: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9.28 ADU.</a:t>
            </a:r>
            <a:endParaRPr sz="14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Median: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9.00 ADU.</a:t>
            </a:r>
            <a:endParaRPr sz="14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Standard Deviation: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2.26 ADU.</a:t>
            </a:r>
            <a:endParaRPr sz="1400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Importance:</a:t>
            </a:r>
            <a:r>
              <a:rPr lang="en" sz="14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Provides a stable baseline for defining a reliable detection threshold.</a:t>
            </a:r>
            <a:endParaRPr b="1" i="1" sz="1400">
              <a:solidFill>
                <a:srgbClr val="6D9EEB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07"/>
          <p:cNvSpPr txBox="1"/>
          <p:nvPr/>
        </p:nvSpPr>
        <p:spPr>
          <a:xfrm>
            <a:off x="269350" y="919625"/>
            <a:ext cx="852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2328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Raw images contain detector noise, sky glow, and cosmic rays. So, before detecting stars, we must define what "empty space" looks like. The Concept: μ±nσ</a:t>
            </a:r>
            <a:endParaRPr>
              <a:solidFill>
                <a:srgbClr val="1F2328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F2328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Sigma Clipping </a:t>
            </a:r>
            <a:r>
              <a:rPr lang="en">
                <a:solidFill>
                  <a:srgbClr val="1F2328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is an iterative process that calculates the mean (μ) and standard deviation (σ) of the image, then throws away pixels that are too far from the average (outliers).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8"/>
          <p:cNvSpPr txBox="1"/>
          <p:nvPr>
            <p:ph type="title"/>
          </p:nvPr>
        </p:nvSpPr>
        <p:spPr>
          <a:xfrm>
            <a:off x="174108" y="52225"/>
            <a:ext cx="4069800" cy="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Star Detection using DAOStarFinder</a:t>
            </a:r>
            <a:endParaRPr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08"/>
          <p:cNvSpPr txBox="1"/>
          <p:nvPr>
            <p:ph idx="1" type="body"/>
          </p:nvPr>
        </p:nvSpPr>
        <p:spPr>
          <a:xfrm>
            <a:off x="116425" y="911100"/>
            <a:ext cx="3604200" cy="14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0635" lvl="0" marL="457200" rtl="0" algn="l">
              <a:spcBef>
                <a:spcPts val="1200"/>
              </a:spcBef>
              <a:spcAft>
                <a:spcPts val="0"/>
              </a:spcAft>
              <a:buSzPts val="1292"/>
              <a:buFont typeface="Calibri"/>
              <a:buChar char="❏"/>
            </a:pPr>
            <a:r>
              <a:rPr lang="en" sz="1292">
                <a:latin typeface="Calibri"/>
                <a:ea typeface="Calibri"/>
                <a:cs typeface="Calibri"/>
                <a:sym typeface="Calibri"/>
              </a:rPr>
              <a:t>DAOStarFinder used for stellar source extraction.</a:t>
            </a:r>
            <a:endParaRPr sz="1292">
              <a:latin typeface="Calibri"/>
              <a:ea typeface="Calibri"/>
              <a:cs typeface="Calibri"/>
              <a:sym typeface="Calibri"/>
            </a:endParaRPr>
          </a:p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SzPts val="1292"/>
              <a:buFont typeface="Calibri"/>
              <a:buChar char="❏"/>
            </a:pPr>
            <a:r>
              <a:rPr lang="en" sz="1292">
                <a:latin typeface="Calibri"/>
                <a:ea typeface="Calibri"/>
                <a:cs typeface="Calibri"/>
                <a:sym typeface="Calibri"/>
              </a:rPr>
              <a:t>Detection threshold = 5 × σ</a:t>
            </a:r>
            <a:endParaRPr sz="1292">
              <a:latin typeface="Calibri"/>
              <a:ea typeface="Calibri"/>
              <a:cs typeface="Calibri"/>
              <a:sym typeface="Calibri"/>
            </a:endParaRPr>
          </a:p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SzPts val="1292"/>
              <a:buFont typeface="Calibri"/>
              <a:buChar char="❏"/>
            </a:pPr>
            <a:r>
              <a:rPr lang="en" sz="1292">
                <a:latin typeface="Calibri"/>
                <a:ea typeface="Calibri"/>
                <a:cs typeface="Calibri"/>
                <a:sym typeface="Calibri"/>
              </a:rPr>
              <a:t>FWHM = 3.0 pixels</a:t>
            </a:r>
            <a:endParaRPr sz="1292">
              <a:latin typeface="Calibri"/>
              <a:ea typeface="Calibri"/>
              <a:cs typeface="Calibri"/>
              <a:sym typeface="Calibri"/>
            </a:endParaRPr>
          </a:p>
          <a:p>
            <a:pPr indent="-310635" lvl="0" marL="457200" rtl="0" algn="l">
              <a:spcBef>
                <a:spcPts val="0"/>
              </a:spcBef>
              <a:spcAft>
                <a:spcPts val="0"/>
              </a:spcAft>
              <a:buSzPts val="1292"/>
              <a:buFont typeface="Calibri"/>
              <a:buChar char="❏"/>
            </a:pPr>
            <a:r>
              <a:rPr lang="en" sz="1292">
                <a:latin typeface="Calibri"/>
                <a:ea typeface="Calibri"/>
                <a:cs typeface="Calibri"/>
                <a:sym typeface="Calibri"/>
              </a:rPr>
              <a:t>Total detected stars = 4950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7" name="Google Shape;83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5149"/>
            <a:ext cx="4525424" cy="43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9" name="Google Shape;839;p108"/>
          <p:cNvSpPr txBox="1"/>
          <p:nvPr/>
        </p:nvSpPr>
        <p:spPr>
          <a:xfrm>
            <a:off x="174108" y="2192775"/>
            <a:ext cx="36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Brightest and Faintest Detected Stars</a:t>
            </a:r>
            <a:endParaRPr sz="4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333" y="2654463"/>
            <a:ext cx="4267201" cy="183147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108"/>
          <p:cNvSpPr txBox="1"/>
          <p:nvPr/>
        </p:nvSpPr>
        <p:spPr>
          <a:xfrm>
            <a:off x="328092" y="4475600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detected stellar population spans a very large brightness range. Most stars are faint, while only a few exhibit extremely high flux values.</a:t>
            </a:r>
            <a:endParaRPr i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09"/>
          <p:cNvSpPr txBox="1"/>
          <p:nvPr>
            <p:ph type="title"/>
          </p:nvPr>
        </p:nvSpPr>
        <p:spPr>
          <a:xfrm>
            <a:off x="438700" y="360350"/>
            <a:ext cx="34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Flux Distribution Analysis</a:t>
            </a:r>
            <a:endParaRPr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09"/>
          <p:cNvSpPr/>
          <p:nvPr/>
        </p:nvSpPr>
        <p:spPr>
          <a:xfrm>
            <a:off x="5243525" y="488100"/>
            <a:ext cx="3736800" cy="4167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09"/>
          <p:cNvSpPr txBox="1"/>
          <p:nvPr>
            <p:ph idx="1" type="body"/>
          </p:nvPr>
        </p:nvSpPr>
        <p:spPr>
          <a:xfrm>
            <a:off x="5243525" y="545550"/>
            <a:ext cx="3625200" cy="4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3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25"/>
              <a:buFont typeface="Calibri"/>
              <a:buChar char="●"/>
            </a:pP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Stellar brightness distribution analyzed using a logarithmic flux histogram.</a:t>
            </a:r>
            <a:endParaRPr sz="1225">
              <a:latin typeface="Calibri"/>
              <a:ea typeface="Calibri"/>
              <a:cs typeface="Calibri"/>
              <a:sym typeface="Calibri"/>
            </a:endParaRPr>
          </a:p>
          <a:p>
            <a:pPr indent="-3063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25"/>
              <a:buFont typeface="Calibri"/>
              <a:buChar char="●"/>
            </a:pP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Most detected stars are concentrated in the low-flux region, indicating a dominant population of faint stars.</a:t>
            </a:r>
            <a:endParaRPr sz="1225">
              <a:latin typeface="Calibri"/>
              <a:ea typeface="Calibri"/>
              <a:cs typeface="Calibri"/>
              <a:sym typeface="Calibri"/>
            </a:endParaRPr>
          </a:p>
          <a:p>
            <a:pPr indent="-3063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25"/>
              <a:buFont typeface="Calibri"/>
              <a:buChar char="●"/>
            </a:pP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A small fraction of stars exhibit extremely high flux values, corresponding to bright stellar sources within th</a:t>
            </a: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 cluster.</a:t>
            </a:r>
            <a:endParaRPr sz="1225">
              <a:latin typeface="Calibri"/>
              <a:ea typeface="Calibri"/>
              <a:cs typeface="Calibri"/>
              <a:sym typeface="Calibri"/>
            </a:endParaRPr>
          </a:p>
          <a:p>
            <a:pPr indent="-3063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25"/>
              <a:buFont typeface="Calibri"/>
              <a:buChar char="●"/>
            </a:pP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The wide dynamic range of stellar brightness is characteristic of dense globular cluster systems.</a:t>
            </a:r>
            <a:endParaRPr sz="1225">
              <a:latin typeface="Calibri"/>
              <a:ea typeface="Calibri"/>
              <a:cs typeface="Calibri"/>
              <a:sym typeface="Calibri"/>
            </a:endParaRPr>
          </a:p>
          <a:p>
            <a:pPr indent="-3063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25"/>
              <a:buFont typeface="Calibri"/>
              <a:buChar char="●"/>
            </a:pPr>
            <a:r>
              <a:rPr lang="en" sz="1225">
                <a:latin typeface="Calibri"/>
                <a:ea typeface="Calibri"/>
                <a:cs typeface="Calibri"/>
                <a:sym typeface="Calibri"/>
              </a:rPr>
              <a:t>Logarithmic scaling improves visualization of both faint and bright stellar populations simultaneously.</a:t>
            </a:r>
            <a:endParaRPr sz="1225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9" name="Google Shape;849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25" y="1237150"/>
            <a:ext cx="4737649" cy="3048817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10"/>
          <p:cNvSpPr txBox="1"/>
          <p:nvPr>
            <p:ph type="title"/>
          </p:nvPr>
        </p:nvSpPr>
        <p:spPr>
          <a:xfrm>
            <a:off x="385775" y="18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10"/>
          <p:cNvSpPr txBox="1"/>
          <p:nvPr>
            <p:ph idx="1" type="body"/>
          </p:nvPr>
        </p:nvSpPr>
        <p:spPr>
          <a:xfrm>
            <a:off x="455075" y="889000"/>
            <a:ext cx="8127900" cy="15768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Successfully analyzed the Messier 12 FITS image using Python.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Estimated background statistics using Sigma Clipping.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Detected and visualized stellar sources using DAOStarFinder.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Performed photometric flux analysis of detected stars.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Demonstrated a complete astronomical image-analysis workflow.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10"/>
          <p:cNvSpPr txBox="1"/>
          <p:nvPr>
            <p:ph type="title"/>
          </p:nvPr>
        </p:nvSpPr>
        <p:spPr>
          <a:xfrm>
            <a:off x="385775" y="2794500"/>
            <a:ext cx="222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References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858" name="Google Shape;858;p110"/>
          <p:cNvSpPr txBox="1"/>
          <p:nvPr>
            <p:ph idx="1" type="body"/>
          </p:nvPr>
        </p:nvSpPr>
        <p:spPr>
          <a:xfrm>
            <a:off x="455075" y="3417325"/>
            <a:ext cx="8127900" cy="12075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❖"/>
            </a:pPr>
            <a:r>
              <a:rPr i="1" lang="en" sz="1500">
                <a:latin typeface="Calibri"/>
                <a:ea typeface="Calibri"/>
                <a:cs typeface="Calibri"/>
                <a:sym typeface="Calibri"/>
              </a:rPr>
              <a:t>NASA Science Mission Directorate — Messier 12</a:t>
            </a:r>
            <a:endParaRPr i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❖"/>
            </a:pPr>
            <a:r>
              <a:rPr i="1" lang="en" sz="1500">
                <a:latin typeface="Calibri"/>
                <a:ea typeface="Calibri"/>
                <a:cs typeface="Calibri"/>
                <a:sym typeface="Calibri"/>
              </a:rPr>
              <a:t>Astropy Documentation</a:t>
            </a:r>
            <a:endParaRPr i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❖"/>
            </a:pPr>
            <a:r>
              <a:rPr i="1" lang="en" sz="1500">
                <a:latin typeface="Calibri"/>
                <a:ea typeface="Calibri"/>
                <a:cs typeface="Calibri"/>
                <a:sym typeface="Calibri"/>
              </a:rPr>
              <a:t>Photutils Documentation</a:t>
            </a:r>
            <a:endParaRPr i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❖"/>
            </a:pPr>
            <a:r>
              <a:rPr i="1" lang="en" sz="1500">
                <a:latin typeface="Calibri"/>
                <a:ea typeface="Calibri"/>
                <a:cs typeface="Calibri"/>
                <a:sym typeface="Calibri"/>
              </a:rPr>
              <a:t>Hubble Space Telescope Archive</a:t>
            </a:r>
            <a:endParaRPr i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1"/>
          <p:cNvSpPr txBox="1"/>
          <p:nvPr/>
        </p:nvSpPr>
        <p:spPr>
          <a:xfrm>
            <a:off x="228603" y="298075"/>
            <a:ext cx="5009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“</a:t>
            </a:r>
            <a:endParaRPr sz="100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865" name="Google Shape;865;p111"/>
          <p:cNvSpPr txBox="1"/>
          <p:nvPr>
            <p:ph idx="4294967295" type="body"/>
          </p:nvPr>
        </p:nvSpPr>
        <p:spPr>
          <a:xfrm>
            <a:off x="235200" y="1682700"/>
            <a:ext cx="8673600" cy="17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03030"/>
                </a:solidFill>
                <a:latin typeface="Caveat"/>
                <a:ea typeface="Caveat"/>
                <a:cs typeface="Caveat"/>
                <a:sym typeface="Caveat"/>
              </a:rPr>
              <a:t>Thank You</a:t>
            </a:r>
            <a:endParaRPr sz="7200">
              <a:solidFill>
                <a:srgbClr val="30303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ayroom">
  <a:themeElements>
    <a:clrScheme name="Simple Light">
      <a:dk1>
        <a:srgbClr val="EEEEEE"/>
      </a:dk1>
      <a:lt1>
        <a:srgbClr val="000000"/>
      </a:lt1>
      <a:dk2>
        <a:srgbClr val="FFFFFA"/>
      </a:dk2>
      <a:lt2>
        <a:srgbClr val="BC84EE"/>
      </a:lt2>
      <a:accent1>
        <a:srgbClr val="C9F65B"/>
      </a:accent1>
      <a:accent2>
        <a:srgbClr val="FF823A"/>
      </a:accent2>
      <a:accent3>
        <a:srgbClr val="E8D1FF"/>
      </a:accent3>
      <a:accent4>
        <a:srgbClr val="5A6E28"/>
      </a:accent4>
      <a:accent5>
        <a:srgbClr val="DCFD8B"/>
      </a:accent5>
      <a:accent6>
        <a:srgbClr val="FDD5BD"/>
      </a:accent6>
      <a:hlink>
        <a:srgbClr val="6835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